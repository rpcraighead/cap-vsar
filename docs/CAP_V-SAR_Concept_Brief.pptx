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Palomar sortie: a 121.5 ELT on the ground at ESCON on the ILS; SoCal protected 3,300 and gave us blocks above and below. That sortie is now Scenario C-1 in this trainer. Nothing here is built yet; this is a concept and a plan I want hard questions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not that we don't train. It's that the failure modes are random in the real world and we can't schedule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'members' own PCs'. The hardware bar is a mid-range gaming PC. The sim already runs on my Linux workstation.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real airplane can be told to produce a textbook multipath error on demand. This one can. This catalogue is effectively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gating is deliberate. The network layers are the fun part to design and the wrong place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 staff need install nothing - it's a browser. Everyone joins an overlay VPN so nothing is exposed to the public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flown - Ross will recognise it. Variants: ramp false alert at the field; two aircraft deconflicted by ATC; same geometry with a 406 beacon to add burst cadence; running it unannounced as a routine flight-following request; a genuine target in terrain east of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red line: that is the approach course. The beacon is under it. Anywhere you want to fly to take a cut is somewhere an arrival wants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SoCal gave us a block above and a block below, so we could work around the 3,300 approach altitude rather than through it. That is the whole scenario: the crew never gets the altitude it actually wants, and has to build a fix from the altitudes it can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know Keith Smith at PilotEdge; he has been receptive before. A coordinated exercise slot with briefed controllers is very achievable.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place this system touches a tool also used for real missions is CalTopo. Separate account, separate credentials, SIM callsigns. That's the whole isolation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trainer with no measure of effect gets judged on how impressive it looks. These are the measures I propose.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engine is in the sim and not in Air Manager: terrain masking needs a terrain probe and scenario delivery needs networking, and Air Manager's Lua has neither. X-Plane gives plugins both. Trainees can't find the answer on their own disk - truth arrives only as runtime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product after Phase 2 before committing to the rest. If it stops after Phase 3 it is still a worthwhile aircrew trainer.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order-of-magnitude and must be confirmed against current vendor pricing before any approval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Laminar ask is deliberately small: X-Plane already models a full copilot audio panel; what's missing is a copilot transmit path for plugins. We test what exists first, then send a one-page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SET is a Skills Evaluation Trainer - they can sign off tasks for qualification, so they are the mechanism by which any training credit reaches a record. Engage one from Phase 3, before the recording design is fixed. Resist standing up the whole chart now. The classic volunteer failure is a steering group meeting monthly about a product that does not exist. Recruit against the phase column. Also: the demonstration at the end of Phase 2 is the highest-value governance event in the plan - put a Wing leader in the left seat and the project sells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credit question is the one I most want an early answer to. I'd rather know now than build for a credit that never 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item 1. Everything else can follow once there is something to 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asked. The headline is that it completes a subsystem Laminar already built rather than asking for new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someone wants the full plate. ESCON is the IF, not the FAF - CIDRU at 2,300 is where the glideslope is intercepted.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31720"/>
            <a:ext cx="109728" cy="2194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CAP V-SAR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D9E2F3"/>
                </a:solidFill>
                <a:latin typeface="Calibri"/>
              </a:rPr>
              <a:t>Civil Air Patrol Virtual Search and Rescue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9E2F3"/>
                </a:solidFill>
                <a:latin typeface="Calibri"/>
              </a:rPr>
              <a:t>A desktop simulator for electronic search: aircrew, mission base, live ATC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California Wing Conference  |  [date]
[Rank] Ron Craighead, CAP  |  [unit / duty position]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E2F3"/>
                </a:solidFill>
                <a:latin typeface="Calibri"/>
              </a:rPr>
              <a:t>CONCEPT BRIEF - DRAFT - not an approved CAP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Electronic search is a perishable, expensive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And a real sortie gives you whatever signal conditions exist that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•  A practice sortie needs an aircraft, fuel, a crew, a practice beacon and cooperative weather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You get one set of signal conditions per flight, chosen by chance, not by the instructor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Crews too often meet the hard cases for the first time on a real mission:</a:t>
            </a:r>
          </a:p>
          <a:p>
            <a:pPr lvl="1">
              <a:spcAft>
                <a:spcPts val="3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 reciprocal bearing they chase for twenty minutes</a:t>
            </a:r>
          </a:p>
          <a:p>
            <a:pPr lvl="1">
              <a:spcAft>
                <a:spcPts val="3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 signal masked by a ridge that they read as 'no beacon'</a:t>
            </a:r>
          </a:p>
          <a:p>
            <a:pPr lvl="1">
              <a:spcAft>
                <a:spcPts val="3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 needle swinging wildly on close approach</a:t>
            </a:r>
          </a:p>
          <a:p>
            <a:pPr lvl="1">
              <a:spcAft>
                <a:spcPts val="3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 406 needle that only moves every 50 seconds</a:t>
            </a:r>
          </a:p>
          <a:p>
            <a:pPr lvl="1">
              <a:spcAft>
                <a:spcPts val="3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–  a search that cannot be flown without negotiating with a busy approach controller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•  Those are the moments a trained response matters most, and the ones we practise least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CAP V-SAR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Four layers, all software, running on members' own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1  Simulation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X-Plane 12 + a small scripted plugin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Flight, terrain, and a synthesized beacon signal with instructor-controlled effects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2  Instruments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Air Manager panels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Becker SAR-DF 517 and RHOTHETA RT-600 heads; a second COM panel at the Observer seat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3  Radios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PilotEdge + a CAP mission net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Live human ATC on one radio, mission base on the other - two PTTs, as in the aircraft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4  Mission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Web client + CalTopo training map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Live aircraft tracking, bearing plotting, retasking, and a debrief replay against beacon truth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Windows, Mac or Linux. No aircraft, no fuel, no weather. Repeat the hard scenario until the crew gets it 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X-Plane does not simulate distress beacons. That is the advantage.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Because the entire signal chain is synthesized, the instructor controls every effect that makes electronic search hard - individually, repeatably, on demand.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688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 crew experiences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trains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Radio horizon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Nothing until you climb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Deliberate altitude selection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Terrain masking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Signal vanishes in a valley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Reposition, don't conclude 'no beacon'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406 burst cadence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Needle updates every ~50 s, then holds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Patience; plan turns around the next burst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121.5 homer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Continuous needle at short range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The 406-to-121.5 transition on final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Cone of confusion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Bearing indeterminate overhead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Confirming station passage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Multipath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 confident, wrong bearing off a ridge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The single most valuable lesson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Wrong 406 channel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Becker 517 hears nothing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Why the RT-600 is replacing it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Concept of Operations: three modes, each usable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Training value arrives early; the network comes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4937760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looks like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Available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  Solo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One trainee, instructor over the shoulder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One PC. Trainee flies and works the DF; instructor places the beacon and injects effects.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End of Phase 2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B  Crew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MP, MO, MS at separate stations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One sim drives several Air Player panels. Crew coordinates on intercom; instructor runs the scenario.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  Networked exercise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Several aircrews + remote mission base staff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Multiple sims, live ATC, mission voice net, shared CalTopo map. Base staff participate from home. Approximates a full exercise.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 4-5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Stop after Phase 2 and you still have a worthwhile single-seat DF trainer.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Crew and staff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Each role sits where it does in the aircraft and at mission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Function in the trainer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Mission Pilot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Sim, primary display, yoke and rudder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Flies the pattern; works ATC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Mission Observer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Air Player panel + second COM panel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Operates the DF; logs bearings; works the mission net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Mission Scanner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Air Player panel + external view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Scan discipline; clock-position reports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Instructor / Controller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Scenario web UI + instructor panel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Places beacons; injects effects and faults; adjudicates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Calibri"/>
                        </a:rPr>
                        <a:t>Mission Base (IC, AOBD, MRO)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Browser client, remote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Calibri"/>
                        </a:rPr>
                        <a:t>Tracks aircraft; plots cuts; retasks; runs the debrief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C-1: the ELT we worked at ESCON on the Palomar 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121.5 MHz beacon on the ground at a fix where the plate says 3,300 ft - SoCal Approach live on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121.5 only - no satellite alert; tasking from reports of a signal in the CRQ approach area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The source sits directly beneath the ILS final approach course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SoCal protected the 3,300 ft approach altitude and issued block altitudes above and below it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Crew searches the upper block, then the lower, while IFR arrivals pass between them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Continuous 121.5 needle; multipath off terrain to the east; cone of confusion over the fix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Debrief replays the track against the blocks issued and the timing of ILS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1F3864"/>
                </a:solidFill>
                <a:latin typeface="Calibri"/>
              </a:rPr>
              <a:t>The training value is not the beacon. It is that this search cannot be flown at all without continuous negotiation with a live controller - on the final approach course, with the ideal altitude occupied by traffic.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C-1: where the search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ESCON sits on the ILS final approach course, inside SoCal Approach's airspace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vfr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39100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60020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•  The beacon was on the ground at ESCON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Directly beneath the final approach course into Palomar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Class D below, San Diego Class B shelves to the south, Camp Pendleton to the north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Terrain rises to the east - the source of the multipath in the scenario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•  No satellite alert. 121.5 only. Position came from reports, not from Doppler.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50292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 b="1">
                <a:solidFill>
                  <a:srgbClr val="1F3864"/>
                </a:solidFill>
                <a:latin typeface="Calibri"/>
              </a:rPr>
              <a:t>This is not open terrain. Every turn has to be bought from a controller.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Scenario C-1: why altitude was the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The plate puts arriving IFR traffic at 3,300 ft over ESCON - exactly where the search wanted to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plat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315200" cy="29747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55448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3864"/>
                </a:solidFill>
                <a:latin typeface="Calibri"/>
              </a:rPr>
              <a:t>ILS or LOC RWY 24</a:t>
            </a:r>
          </a:p>
          <a:p>
            <a:r>
              <a:rPr sz="1300" b="0">
                <a:solidFill>
                  <a:srgbClr val="6B6B6B"/>
                </a:solidFill>
                <a:latin typeface="Calibri"/>
              </a:rPr>
              <a:t>MC CLELLAN-PALOMAR (CRQ)</a:t>
            </a:r>
          </a:p>
          <a:p>
            <a:r>
              <a:rPr sz="800" b="0">
                <a:solidFill>
                  <a:srgbClr val="6B6B6B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262626"/>
                </a:solidFill>
                <a:latin typeface="Calibri"/>
              </a:rPr>
              <a:t>ESCON INT  -  I-CRQ 10.4</a:t>
            </a:r>
          </a:p>
          <a:p>
            <a:r>
              <a:rPr sz="2000" b="1">
                <a:solidFill>
                  <a:srgbClr val="C00000"/>
                </a:solidFill>
                <a:latin typeface="Calibri"/>
              </a:rPr>
              <a:t>3,300 ft on the plate</a:t>
            </a:r>
          </a:p>
          <a:p>
            <a:r>
              <a:rPr sz="800" b="0">
                <a:solidFill>
                  <a:srgbClr val="6B6B6B"/>
                </a:solidFill>
                <a:latin typeface="Calibri"/>
              </a:rPr>
              <a:t/>
            </a:r>
          </a:p>
          <a:p>
            <a:r>
              <a:rPr sz="1200" b="0">
                <a:solidFill>
                  <a:srgbClr val="6B6B6B"/>
                </a:solidFill>
                <a:latin typeface="Calibri"/>
              </a:rPr>
              <a:t>SOCAL APP CON 127.3 / 323.0</a:t>
            </a:r>
          </a:p>
          <a:p>
            <a:r>
              <a:rPr sz="1200" b="0">
                <a:solidFill>
                  <a:srgbClr val="6B6B6B"/>
                </a:solidFill>
                <a:latin typeface="Calibri"/>
              </a:rPr>
              <a:t>Approach course 245 degrees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617720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>BLOCK ABOVE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67258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search here, clear of the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21224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3,300 ft  -  PROTECTED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527608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ILS arrivals to Palomar - stay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24728"/>
            <a:ext cx="4937760" cy="530352"/>
          </a:xfrm>
          <a:prstGeom prst="roundRect">
            <a:avLst>
              <a:gd name="adj" fmla="val 12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Calibri"/>
              </a:rPr>
              <a:t>BLOCK BELOW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587959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search here once traffic is clear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996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FAA ILS or LOC RWY 24, KCRQ - cycle 2609, eff 03 SEP - 01 OCT 2026 - NOT FOR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ATC: PilotEdge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Real human controllers working to the 7110.65, on the western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•  Supports X-Plane 12 on Windows, Mac and Linux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ZLA coverage: Los Angeles ARTCC - half of California, much of Nevada, parts of AZ/UT. Western US package adds Oakland, Seattle, Salt Lake, Denver, Albuquerque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Guaranteed coverage 8am-11pm Pacific, 7 days a week. Five-hour free trial.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Coordinated SAR ops and declared emergencies are established practice on the network; controllers welcome them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All connected aircraft see each other, so two CAP aircraft can be deconflicted by ATC as in reality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•  Cost: $19.95/mo per pilot. Shared-cockpit tiers put an MO at $9.95 and an MS at $5.95 - about $36/mo for a three-person crew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Mission traffic - bearings, beacon reports, base coordination - stays on the CAP mission net, never on ATC frequencies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Mission base and CalTopo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The debrief is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Each sim posts position every few seconds to a tracking service; aircraft appear on a CalTopo map exactly as an inReach or ADS-B track would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CalTopo's supported Team API adds markers, search assignments and the alert position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Exercise traffic runs on a separate CalTopo training team or self-hosted Desktop instance - never an operational map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Base staff see live aircraft, plot bearing cuts, retask crews, and open the search from a simulated AFRCC alert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Everything is recorded: track, bearings, radio calls, reports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Debrief: the crew's track replayed against the true beacon position. A real sortie gives you that only partially and at far greater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it trains, and how we would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Written as observable behaviours so they can map to task requirements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Representative objectives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Mission Pilot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Mode selection in the power-up window; homing intercept to overhead; recognising reciprocal and multipath bearings; altitude for radio horizon; working a 406 then transitioning to 121.5; negotiating a search in controlled airspace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Mission Observer / Scanner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DF as a crew resource; bearing log and position estimate; formatted reports to base; aural acquisition and squelch; scan and clock-position discipline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Mission Base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Live situational awareness; plotting cuts; refining the area from negative information; retasking; opening from an AFRCC alert with uncertainty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9776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Time from first signal to overhead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Recorded per sortie; trend per crew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Track efficiency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Distance flown after acquisition vs. straight 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False-bearing recovery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Time spent on a wrong bearing before correction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SME acceptance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Calibri"/>
                        </a:rPr>
                        <a:t>Experienced MPs rate each effect against the real thing before any trainee flies 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Beacon truth lives on a server; the sim computes what the DF would see; Air Manager only displays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600200"/>
            <a:ext cx="8915400" cy="82296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Mission base web client  |  CalTopo training map  |  Debrief replay</a:t>
            </a:r>
          </a:p>
        </p:txBody>
      </p:sp>
      <p:sp>
        <p:nvSpPr>
          <p:cNvPr id="9" name="Up Arrow 8"/>
          <p:cNvSpPr/>
          <p:nvPr/>
        </p:nvSpPr>
        <p:spPr>
          <a:xfrm>
            <a:off x="1417320" y="2423160"/>
            <a:ext cx="274320" cy="137160"/>
          </a:xfrm>
          <a:prstGeom prst="up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560320"/>
            <a:ext cx="8915400" cy="822960"/>
          </a:xfrm>
          <a:prstGeom prst="roundRect">
            <a:avLst>
              <a:gd name="adj" fmla="val 10000"/>
            </a:avLst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Scenario service (beacon truth)  |  Tracking service  |  Mumble mission net  |  PilotEdge (external)</a:t>
            </a:r>
          </a:p>
        </p:txBody>
      </p:sp>
      <p:sp>
        <p:nvSpPr>
          <p:cNvPr id="12" name="Up Arrow 11"/>
          <p:cNvSpPr/>
          <p:nvPr/>
        </p:nvSpPr>
        <p:spPr>
          <a:xfrm>
            <a:off x="1417320" y="3383280"/>
            <a:ext cx="274320" cy="137160"/>
          </a:xfrm>
          <a:prstGeom prst="up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INSTRUMENTS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520440"/>
            <a:ext cx="8915400" cy="822960"/>
          </a:xfrm>
          <a:prstGeom prst="roundRect">
            <a:avLst>
              <a:gd name="adj" fmla="val 10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0">
                <a:solidFill>
                  <a:srgbClr val="1F3864"/>
                </a:solidFill>
                <a:latin typeface="Calibri"/>
              </a:rPr>
              <a:t>Air Manager: Becker 517 head  |  RT-600 head  |  MO COM panel  |  Air Player crew stations</a:t>
            </a:r>
          </a:p>
        </p:txBody>
      </p:sp>
      <p:sp>
        <p:nvSpPr>
          <p:cNvPr id="15" name="Up Arrow 14"/>
          <p:cNvSpPr/>
          <p:nvPr/>
        </p:nvSpPr>
        <p:spPr>
          <a:xfrm>
            <a:off x="1417320" y="4343400"/>
            <a:ext cx="274320" cy="137160"/>
          </a:xfrm>
          <a:prstGeom prst="up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Calibri"/>
              </a:rPr>
              <a:t>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4480560"/>
            <a:ext cx="8915400" cy="82296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0">
                <a:solidFill>
                  <a:srgbClr val="1F3864"/>
                </a:solidFill>
                <a:latin typeface="Calibri"/>
              </a:rPr>
              <a:t>X-Plane 12  +  DF engine plugin (bearing, LOS via terrain probe, signal, cadence)  -&gt;  cap/df/* datarefs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Position flows up: sim -&gt; bridge -&gt; tracking -&gt; map.   Beacon truth flows down: scenario service -&gt; bridge -&gt; sim datarefs -&gt; DF engine -&gt;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Roadmap: five gated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Solo trainer at the end of Phase 2 - about 20 developer-days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291840"/>
                <a:gridCol w="548640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Exit criterion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Our own plugin moves a needle in Air Manager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3-5 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Propagation engine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Bearings within 1 degree; a valley null where the map says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6-10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Becker 517 head, solo mode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 trainee flies a complete homing intercept alone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8-12 d + art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Effects, RT-600, crew mode, SME validation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Multipath on demand; a 3-person crew runs a sortie; MPs sign off the effects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9-13 d + art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Tracking and CalTopo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 remote observer watches a sortie live on a training map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9-15 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Radio net, mission base client, debrief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 full networked exercise with remote base staff, then track-vs-truth debrief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10-18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Parallel: vendor engagement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Written answer from Laminar on split-COM datarefs; not blocking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2-4 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Total: 45-73 developer-days plus 6-12 days of artwork. Volunteer time is the dominant cost.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Per-seat software, mostly one-time or modest; hardware is members' own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Order of magnitude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X-Plane 12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Per pilot PC, one-time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Tens of dollars; free demo for development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Air Manager 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Per instrument PC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Per-seat licence; Air Player seats separate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PilotEdge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Per person, monthly or annual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$19.95/mo pilot; $9.95 MO; $5.95 MS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CalTopo team account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Annual, per team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Wing may already hold one; a training sub-team may suffice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Flight controls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Per pilot station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Yoke and pedals - the largest hardware item after the PC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Server hosting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Existing or small cloud VM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Mumble, WireGuard, XPPython3, Python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Free, open source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Developer and artist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Phases 0-5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The real cost. Volunteer.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Partners 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None of this is built on strangers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4632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 in V-SAR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PilotEdge (Keith Smith)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Live ATC; coordinated exercise slots; shared-cockpit tiers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Existing relationship; receptive to SAR ops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Laminar Research (Austin Meyer)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X-Plane; a small dataref request to complete the copilot transmit path for split 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Existing relationship; receptive previously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Sim Innovations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Air Manager instrument platform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Commercial product; documented API; community store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CalTopo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Training map, supported Team API, Desktop instance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Team account required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CA Wing Stan/Eval and NHQ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Path to training credit, if any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Not yet engaged - this brief is the first step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Who builds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Phases 0-2 need four people. The rest is recruited as each phase approaches.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76656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36576" marB="36576">
                    <a:solidFill>
                      <a:srgbClr val="2E549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Executive Sponsor  |  Project Officer  |  Steering Group (gates only)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From day one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Team A - Sim and instruments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Technical Lead  |  DF Engine Developer  |  Instrument Developer  |  Graphic Artist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Phases 1-3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Team B - Network and infrastructure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Services Developer  |  Mission Base Client Developer  |  Infrastructure and Comms Officer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Phases 4-5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Team C - Content and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Scenario Author / Curriculum Lead  |  Exercise Instructors  |  Skills Evaluation Trainers (SETs)  |  Documentation Lead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Phase 3 onward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Assurance and liaison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SME Validation Panel  |  Stan/Eval  |  Safety  |  CPP (if cadets)  |  Vendor Liaison  |  Sustainment Owner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As required</a:t>
                      </a:r>
                    </a:p>
                  </a:txBody>
                  <a:tcPr marL="73152" marR="73152" marT="36576" marB="36576"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6177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500" b="1">
                <a:solidFill>
                  <a:srgbClr val="1F3864"/>
                </a:solidFill>
                <a:latin typeface="Calibri"/>
              </a:rPr>
              <a:t>Starting team: Sponsor (occasional), Project Officer who is also Technical Lead, DF Engine Developer, and an artist working in bursts.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Calibri"/>
              </a:rPr>
              <a:t>Three positions would actually stop the project if vacated: DF Engine Developer, Project Officer, and Vendor Liaison. Each needs a named deputy.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Decisions I need from Wing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Each one changes what gets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Which aircraft and avionics do our crews actually fly? 172/182, G1000 or conventional - sets the panel layout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Is the RT-600 in scope, and can we get its operating documentation?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Is any training credit being sought? Built as a procedures trainer, it earns nothing unless Stan/Eval and NHQ say it does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Can a CalTopo training team or sub-team be provisioned?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Are cadets in scope? Remote participation engages Cadet Protection requirements for the online environment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Who does the artwork? Faceplates are a graphics job, not a coding job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Which PilotEdge coverage area - ZLA, Western US, or both?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•  Who owns this after delivery? A trainer nobody maintains decays within two sim updates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64008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533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Endorsement to proceed with Phases 0-2 on my own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556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No Wing funds required. Deliverable: a working single-seat DF trainer anyone can fly.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31720"/>
            <a:ext cx="64008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1343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Two or three experienced Mission Pilots as validators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To rate each signal effect against their own experience before any trainee sees it.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64008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7355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An early conversation with Stan/Eval and NHQ on training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758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So fidelity and documentation are built to the right standard from the start.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251960"/>
            <a:ext cx="64008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336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A CalTopo training team and a PilotEdge exercise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3600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Both are cheap and both need someone with authority to ask.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212080"/>
            <a:ext cx="64008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9379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Hard questions on the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9612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It has been red-teamed once. It needs to be red-teamed by people who fly these sorties.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Backup: the split-COM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E5496"/>
                </a:solidFill>
                <a:latin typeface="Calibri"/>
              </a:rPr>
              <a:t>Why the Observer's second COM panel needs one small favour from Laminar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The real GMA 1347 lets the pilot transmit on COM1 while the right seat transmits on COM2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•  X-Plane already models a complete copilot audio panel - about thirty datarefs - including a copilot COM transmit selector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What is missing is the transmit path to plugins: sim/atc/com1_tx and com2_tx are 'the pilot's voice'; the plugin overrides have no copilot equivalent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Proposed: com1/com2_tx_copilot, com1/com2_tx_override_copilot, audio_com_selection_copilot, and make radios_are_copilot writable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Sequence: test what already works, confirm what PilotEdge reads, then send a one-page spec. We are not blocked either way - the MO can work the CAP FM mission radio, which is how crews actually divide radios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Backup: ILS or LOC RWY 24, McClellan-Palomar (KCRQ)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CAP V-SAR  |  Concept Brief  |  DRAFT v0.1  |  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CRQ_IL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43000"/>
            <a:ext cx="3340406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554480"/>
            <a:ext cx="3520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ESCON INT is the intermediate fix, I-CRQ 10.4 DME, at 3,300 ft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Approach course 245 degrees; step-down through WUNUB 2,600 and CIDRU 2,300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SOCAL APP CON 127.3 / 323.0; Palomar Tower 118.6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•  The beacon lay on the ground beneath 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FAA chart, cycle 2609, eff 03 SEP - 01 OCT 2026.
NOT FOR NAVIGATION.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